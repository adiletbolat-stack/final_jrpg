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166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Time Bros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libGDX Tactical Action Game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Shmyrin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Alan · Tasmagambetov Sultan ·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Bolat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74904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Fast-paced 2D platformer + bullet-hell + shoot 'em 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Desktop (libGDX)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Style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art, 16-bit aesthetic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time travel — rewind, switch heroes, coordinate attacks across timelines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all enemy waves. Fastest time = top score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Mechanic: Time Replay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of your active hero's movement, aiming, and attacks is recorded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828800" cy="3200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4231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heroes — the battle resets, enemies respawn, timer resets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8288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heroes auto-replay their recorded timelines alongside your new hero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828800" cy="3200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24231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layered strategies: one hero draws fire, another flanks, a third finishes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Characters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5943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Railgunner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railgun — hold to charge, release to fire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(F)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 projectile — moves player to impact 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5943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 — fires 5 projectiles in a spread cone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(F)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246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shield — absorbs incoming damage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88720"/>
            <a:ext cx="2560320" cy="594360"/>
          </a:xfrm>
          <a:prstGeom prst="rect">
            <a:avLst/>
          </a:prstGeom>
          <a:solidFill>
            <a:srgbClr val="7A3A2A"/>
          </a:solidFill>
          <a:ln w="12700">
            <a:solidFill>
              <a:srgbClr val="7A3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Assault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Full-auto rifle — rapid fire with light spread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(F)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246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jump + slow-fall fuel for vertical mobility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Types &amp; Waves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188720"/>
            <a:ext cx="914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188720"/>
            <a:ext cx="914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1188720"/>
            <a:ext cx="914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13716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1600200"/>
            <a:ext cx="914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1600200"/>
            <a:ext cx="914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1600200"/>
            <a:ext cx="914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600200"/>
            <a:ext cx="36576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all-around; moves to rally point then attacks nearest player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20240" y="210312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210312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31920" y="210312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10312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hitbox, high HP — must focus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13716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920240" y="2606040"/>
            <a:ext cx="914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0" y="2606040"/>
            <a:ext cx="914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31920" y="2606040"/>
            <a:ext cx="914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0" y="2606040"/>
            <a:ext cx="36576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targets vertically; hard to hit, best dealt with by Player 1 or 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1188720"/>
            <a:ext cx="3657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Behavior: Enemies spawn in waves → move to rally points → attack nearest living player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188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left / right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0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5603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0175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special 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 /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188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Player 1 / 2 / 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6459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45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6459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next player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1031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03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(hold)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103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camera out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5603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560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25603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debug rendering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01752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17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0175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resume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011680" cy="100584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51760" y="1280160"/>
            <a:ext cx="60350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28016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starting value for completing the battle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011680" cy="1005840"/>
          </a:xfrm>
          <a:prstGeom prst="rect">
            <a:avLst/>
          </a:prstGeom>
          <a:solidFill>
            <a:srgbClr val="8A2C2C"/>
          </a:solidFill>
          <a:ln w="12700">
            <a:solidFill>
              <a:srgbClr val="8A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Time Penalty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60350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46888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decreases as the battle timer ticks up — faster clears score higher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2011680" cy="10058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 Bonus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3657600"/>
            <a:ext cx="60350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65760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HP from all three heroes adds a bonus — keep your team alive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Prioritize speed over safety — finishing fast outweighs minor HP loss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libGDX (Java)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Launcher: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LWJGL3 (Desktop)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Map Editor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3108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Wrapper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JAR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Packages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— session, units, projectiles, timeline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battle.behavior — player &amp; enemy AI strategies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battle.shooting — weapon firing modes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battle.skill — player special abilities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battle.movement — movement strategies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— screen transition logic</a:t>
            </a:r>
            <a:endParaRPr lang="en-US" sz="12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5CAD459-A033-496A-9DFC-67913392ACE3}"/>
              </a:ext>
            </a:extLst>
          </p:cNvPr>
          <p:cNvSpPr/>
          <p:nvPr/>
        </p:nvSpPr>
        <p:spPr>
          <a:xfrm>
            <a:off x="457200" y="41148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Sprites:</a:t>
            </a:r>
            <a:endParaRPr lang="en-US" sz="12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4C952382-156C-4BEC-8957-1A04B28678F9}"/>
              </a:ext>
            </a:extLst>
          </p:cNvPr>
          <p:cNvSpPr/>
          <p:nvPr/>
        </p:nvSpPr>
        <p:spPr>
          <a:xfrm>
            <a:off x="173736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Libresprite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4E8CD0-44B0-4383-B98A-498F3C1CFF23}"/>
              </a:ext>
            </a:extLst>
          </p:cNvPr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Patterns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6DC0B5-7856-4F19-B5A4-6646453013D2}"/>
              </a:ext>
            </a:extLst>
          </p:cNvPr>
          <p:cNvSpPr/>
          <p:nvPr/>
        </p:nvSpPr>
        <p:spPr>
          <a:xfrm>
            <a:off x="457200" y="901000"/>
            <a:ext cx="8229599" cy="3808949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9929F18-40CA-4329-B0B2-6DAC54A65515}"/>
              </a:ext>
            </a:extLst>
          </p:cNvPr>
          <p:cNvSpPr/>
          <p:nvPr/>
        </p:nvSpPr>
        <p:spPr>
          <a:xfrm>
            <a:off x="731521" y="1144577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construct complex Player/Enemy objects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data to builder that defines each character/enemy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Flyweight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Projectiles share common sprite instead of keeping it in each object </a:t>
            </a:r>
          </a:p>
          <a:p>
            <a:pPr marL="0" indent="0">
              <a:buNone/>
            </a:pPr>
            <a:endParaRPr lang="en-US" sz="1400" dirty="0">
              <a:solidFill>
                <a:srgbClr val="444444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Strategy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Different types of shooting, movement and </a:t>
            </a:r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alorithms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 for enemies</a:t>
            </a:r>
          </a:p>
          <a:p>
            <a:pPr marL="0" indent="0">
              <a:buNone/>
            </a:pPr>
            <a:endParaRPr lang="en-US" sz="1400" b="1" dirty="0">
              <a:solidFill>
                <a:srgbClr val="1E276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1E276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57637D-566E-49DE-9A34-D97B01B5B2C7}"/>
              </a:ext>
            </a:extLst>
          </p:cNvPr>
          <p:cNvSpPr/>
          <p:nvPr/>
        </p:nvSpPr>
        <p:spPr>
          <a:xfrm>
            <a:off x="4770648" y="894693"/>
            <a:ext cx="3291840" cy="38089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game for changing of states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Chain of R</a:t>
            </a:r>
          </a:p>
          <a:p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MapCollision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ensures methods are called in set sequence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Command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Encapsulates actions as objects to call the commands as </a:t>
            </a:r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ScreenCommand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 object</a:t>
            </a:r>
          </a:p>
          <a:p>
            <a:pPr marL="0" indent="0">
              <a:buNone/>
            </a:pPr>
            <a:endParaRPr lang="en-US" sz="1400" dirty="0">
              <a:solidFill>
                <a:srgbClr val="444444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Singleton</a:t>
            </a:r>
          </a:p>
          <a:p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single instance of </a:t>
            </a:r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CommandList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ScreenCommandHistory</a:t>
            </a:r>
            <a:endParaRPr lang="en-US" sz="1400" b="1" dirty="0">
              <a:solidFill>
                <a:srgbClr val="1E276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1E2761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Template</a:t>
            </a:r>
          </a:p>
          <a:p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template for UI screen elements</a:t>
            </a:r>
            <a:endParaRPr lang="en-US" sz="1400" b="1" dirty="0">
              <a:solidFill>
                <a:srgbClr val="1E2761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1357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Programmer · Core systems &amp;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371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Sultan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· Designer / Artist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· Designer / Artist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33375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battle loop, time-replay system, 3 heroes, enemy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8404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design, turret enemies, art polish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43434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(bullet hell), boss encounter, win/lose screens, scoring UI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640</Words>
  <Application>Microsoft Office PowerPoint</Application>
  <PresentationFormat>Экран (16:9)</PresentationFormat>
  <Paragraphs>170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Time Bros</dc:title>
  <dc:subject>PptxGenJS Presentation</dc:subject>
  <dc:creator>PptxGenJS</dc:creator>
  <cp:lastModifiedBy>Пользователь</cp:lastModifiedBy>
  <cp:revision>9</cp:revision>
  <dcterms:created xsi:type="dcterms:W3CDTF">2026-05-23T06:06:45Z</dcterms:created>
  <dcterms:modified xsi:type="dcterms:W3CDTF">2026-05-23T06:42:42Z</dcterms:modified>
</cp:coreProperties>
</file>